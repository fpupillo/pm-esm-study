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D5B4BB-2ED9-4289-9133-CF8FFDBF6A2F}" v="82" dt="2025-07-22T06:20:49.257"/>
    <p1510:client id="{42EA0CC5-FF68-9E40-8BA9-37AF12E3B7DB}" v="41" dt="2025-07-21T19:10:00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16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8E535-BB11-6C9E-78A6-DF7C7C4E8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0BED1-55C2-C052-BAD5-38A2C4684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EC76E-B7EB-C422-AEB7-0E52200B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DAA2F-7A18-5289-FC78-4CA63DF1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99E2B-A817-26AA-4A72-784F0652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1333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1E33-FE87-75C0-D409-F3EAA1B7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6C29-BA72-83D2-1B72-4D59BB90E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8D64A-BD85-7D44-CE01-00B3EA0A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1A11-712A-3276-DF81-8EEC4A58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CC75-8C65-0377-783C-38423DF7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19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42AF-8E8F-337B-2CF5-1FAA59B5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58B2D-5AC3-0953-1E2B-6C09705DA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E120-EAFA-2105-0277-36F5A6DD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B23C9-9066-4DFA-6114-9D2FEDE6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16B9A-E395-77C9-E528-98ADE620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245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CFFD-791B-B348-5808-CBD88321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F904-6705-F29C-E31D-4862461DD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94C52-9305-D33D-FAF8-FE6DC309A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00006-05F8-EC5E-6D72-A52B9C77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5C233-66F6-1FA9-AFCB-E313F4A4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40384-167A-58D3-CFD0-A6DE668B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417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D9D5-C776-7828-FD88-5C732441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8C06-40CF-81E3-4020-B510607A0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ED3FD-A748-8059-83DE-20A70AD65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2D8FF-41FE-92F9-C365-35810CFDC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4459D-DC0B-988E-08A5-2BDA5262E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CE864-793E-D9A6-A5E3-9E856571E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B672B-AC22-54A0-AAFE-DCAA9171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740A1-902F-996A-F239-6067BE29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997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0CEA-3BEB-0868-43FA-D734B756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28061-D527-8689-C1E6-8C28FDE9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52C7B-A609-332F-7CAB-C1683DAF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3B10B-D486-8770-8327-1C0C568F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211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E3F98-6473-FCF6-0C0C-FFBD378C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62C7F-88DB-4434-A32B-FEF792E6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A3136-60F2-1594-96A2-CF008C50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189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A3DE-9B10-DE6C-1215-1DF619B2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5F663-E2DD-A7B9-16B9-433CFE45D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21B68-33D9-A7C4-4408-0928CAE06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9CC2E-0E62-590A-4905-8237458C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3F684-8699-EFC9-1B2E-07C55704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17691-B64B-F125-D87B-8F27B409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080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6CB0-9248-CE63-01F1-E66F8E44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AB6422-8079-EC51-1C77-1F67AA9D6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D7EA3-C66C-EDAF-4ADD-48A6162A8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A1899-1497-2535-222C-2BD7670F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450CA-1134-09E5-7D49-52402958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61518-9B2E-C802-23FF-2618F7F3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5589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CF2C-4964-11F7-9C8C-50BF793E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4E16E-EFCA-4467-2FE8-F19B88B53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B81B5-E14C-A876-A57C-40B1D5A7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3BB9C-7B19-CECB-F8A2-AB09D5A0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93D16-6B84-5C69-38EF-1D57989A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6006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74038-80CE-0617-7B25-41BD59647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F73B4-F71E-42AD-A3B3-5BC6C0CCC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804EF-883E-0AFB-8351-9BB4B5C6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5FBEB-2508-9B19-A2CF-9A0DB944B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E1563-9C70-6CDD-9101-8D1DBEF1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109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8A93E8-C610-3722-E00A-8D193787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FBE67-02F2-415A-0462-7CDD228EB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0D11D-CFE5-9F32-66D9-63F288C26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3307D-8749-4424-907A-85F93925CAF3}" type="datetimeFigureOut">
              <a:rPr lang="nl-NL" smtClean="0"/>
              <a:t>22-7-2025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217C5-EF23-CE2E-F193-EF6F44E2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D2F19-488A-5D92-8A24-2CC9AE077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20060-72F9-4961-AF80-30D3631D801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261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6A13A-9BDF-0F01-6620-0748D499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D683DB-B3F9-2EE5-0AD8-C1C5E82D7A55}"/>
              </a:ext>
            </a:extLst>
          </p:cNvPr>
          <p:cNvSpPr/>
          <p:nvPr/>
        </p:nvSpPr>
        <p:spPr>
          <a:xfrm>
            <a:off x="513564" y="801666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Stress</a:t>
            </a: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044BB-D15C-5784-B08E-375352EACE11}"/>
              </a:ext>
            </a:extLst>
          </p:cNvPr>
          <p:cNvSpPr/>
          <p:nvPr/>
        </p:nvSpPr>
        <p:spPr>
          <a:xfrm>
            <a:off x="513564" y="314611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</a:t>
            </a: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DA273-0664-D814-C432-B80C023C4092}"/>
              </a:ext>
            </a:extLst>
          </p:cNvPr>
          <p:cNvSpPr/>
          <p:nvPr/>
        </p:nvSpPr>
        <p:spPr>
          <a:xfrm>
            <a:off x="363252" y="5296422"/>
            <a:ext cx="1427970" cy="58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Importance</a:t>
            </a:r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446F61-0213-4D1D-9FA4-DF4C986539DE}"/>
              </a:ext>
            </a:extLst>
          </p:cNvPr>
          <p:cNvSpPr/>
          <p:nvPr/>
        </p:nvSpPr>
        <p:spPr>
          <a:xfrm>
            <a:off x="5532328" y="1371594"/>
            <a:ext cx="1269305" cy="838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Task</a:t>
            </a:r>
          </a:p>
          <a:p>
            <a:pPr algn="ctr"/>
            <a:r>
              <a:rPr lang="en-US"/>
              <a:t>Monitoring</a:t>
            </a:r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67E97B-99B7-B3EB-8AF8-BBED0020142A}"/>
              </a:ext>
            </a:extLst>
          </p:cNvPr>
          <p:cNvSpPr/>
          <p:nvPr/>
        </p:nvSpPr>
        <p:spPr>
          <a:xfrm>
            <a:off x="5532328" y="4203523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Off-loading</a:t>
            </a:r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C6CDA3-A377-ACAD-E1E9-BBA887620031}"/>
              </a:ext>
            </a:extLst>
          </p:cNvPr>
          <p:cNvSpPr/>
          <p:nvPr/>
        </p:nvSpPr>
        <p:spPr>
          <a:xfrm>
            <a:off x="10308922" y="3053219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Intention</a:t>
            </a:r>
          </a:p>
          <a:p>
            <a:pPr algn="ctr"/>
            <a:r>
              <a:rPr lang="en-US"/>
              <a:t>Execution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00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BF79-EDB3-A4BD-F256-82290228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10A8934-C173-2E6D-9D1B-F7378FE54EDD}"/>
              </a:ext>
            </a:extLst>
          </p:cNvPr>
          <p:cNvSpPr/>
          <p:nvPr/>
        </p:nvSpPr>
        <p:spPr>
          <a:xfrm>
            <a:off x="1127343" y="4568867"/>
            <a:ext cx="2129424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5A6282-D1EC-6B16-D13A-D2B4E5C44B13}"/>
              </a:ext>
            </a:extLst>
          </p:cNvPr>
          <p:cNvSpPr/>
          <p:nvPr/>
        </p:nvSpPr>
        <p:spPr>
          <a:xfrm>
            <a:off x="1127342" y="2322533"/>
            <a:ext cx="2129425" cy="21335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85A44D-3896-7FB9-43EF-A2AE3971A6D7}"/>
              </a:ext>
            </a:extLst>
          </p:cNvPr>
          <p:cNvSpPr/>
          <p:nvPr/>
        </p:nvSpPr>
        <p:spPr>
          <a:xfrm>
            <a:off x="1127343" y="65761"/>
            <a:ext cx="2129424" cy="21445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DD392C-606E-03C8-5DF2-38FCC403957D}"/>
              </a:ext>
            </a:extLst>
          </p:cNvPr>
          <p:cNvSpPr/>
          <p:nvPr/>
        </p:nvSpPr>
        <p:spPr>
          <a:xfrm>
            <a:off x="5379931" y="4150806"/>
            <a:ext cx="2100196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5C812D-3D04-7AD6-E626-5F80B1D7ED29}"/>
              </a:ext>
            </a:extLst>
          </p:cNvPr>
          <p:cNvSpPr/>
          <p:nvPr/>
        </p:nvSpPr>
        <p:spPr>
          <a:xfrm>
            <a:off x="5379931" y="1269298"/>
            <a:ext cx="2192053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D76EF-7B06-C63E-1AC3-58C3B14890B2}"/>
              </a:ext>
            </a:extLst>
          </p:cNvPr>
          <p:cNvSpPr/>
          <p:nvPr/>
        </p:nvSpPr>
        <p:spPr>
          <a:xfrm>
            <a:off x="513564" y="801666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Stress</a:t>
            </a: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55B43C-FD4C-D05C-81A7-F0C75CB39094}"/>
              </a:ext>
            </a:extLst>
          </p:cNvPr>
          <p:cNvSpPr/>
          <p:nvPr/>
        </p:nvSpPr>
        <p:spPr>
          <a:xfrm>
            <a:off x="513564" y="30297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</a:t>
            </a: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C611E6-CD7F-DD21-0B5A-A2032DD6FCE7}"/>
              </a:ext>
            </a:extLst>
          </p:cNvPr>
          <p:cNvSpPr/>
          <p:nvPr/>
        </p:nvSpPr>
        <p:spPr>
          <a:xfrm>
            <a:off x="271393" y="5392459"/>
            <a:ext cx="1427970" cy="58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Importance</a:t>
            </a: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8BBB85-1F1F-D637-085A-56A6E7CFA126}"/>
              </a:ext>
            </a:extLst>
          </p:cNvPr>
          <p:cNvSpPr/>
          <p:nvPr/>
        </p:nvSpPr>
        <p:spPr>
          <a:xfrm>
            <a:off x="1791222" y="1316273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5B74D-FF52-5272-6937-030BE0DC1637}"/>
              </a:ext>
            </a:extLst>
          </p:cNvPr>
          <p:cNvSpPr/>
          <p:nvPr/>
        </p:nvSpPr>
        <p:spPr>
          <a:xfrm>
            <a:off x="1791222" y="2585580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025F7-4652-CE8C-5D07-C15C3DF1EF12}"/>
              </a:ext>
            </a:extLst>
          </p:cNvPr>
          <p:cNvSpPr/>
          <p:nvPr/>
        </p:nvSpPr>
        <p:spPr>
          <a:xfrm>
            <a:off x="1791222" y="268784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0C0639-01A8-FAAB-8130-C2ACBD8DEE11}"/>
              </a:ext>
            </a:extLst>
          </p:cNvPr>
          <p:cNvSpPr/>
          <p:nvPr/>
        </p:nvSpPr>
        <p:spPr>
          <a:xfrm>
            <a:off x="1791222" y="3609060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50EDF0-1AE3-F1CF-0598-673423AAC5CD}"/>
              </a:ext>
            </a:extLst>
          </p:cNvPr>
          <p:cNvSpPr/>
          <p:nvPr/>
        </p:nvSpPr>
        <p:spPr>
          <a:xfrm>
            <a:off x="5866357" y="37212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Off-loading</a:t>
            </a:r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75635E-468C-8478-6C7F-3B21623B31F8}"/>
              </a:ext>
            </a:extLst>
          </p:cNvPr>
          <p:cNvSpPr/>
          <p:nvPr/>
        </p:nvSpPr>
        <p:spPr>
          <a:xfrm>
            <a:off x="5866357" y="2653948"/>
            <a:ext cx="1127343" cy="7515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6D4ED2-B565-8DFB-9358-9D7587F1A4FC}"/>
              </a:ext>
            </a:extLst>
          </p:cNvPr>
          <p:cNvSpPr/>
          <p:nvPr/>
        </p:nvSpPr>
        <p:spPr>
          <a:xfrm>
            <a:off x="5866358" y="5457690"/>
            <a:ext cx="1127342" cy="7515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B84CB6-BD38-9293-09A8-6E091D1AE0EC}"/>
              </a:ext>
            </a:extLst>
          </p:cNvPr>
          <p:cNvSpPr/>
          <p:nvPr/>
        </p:nvSpPr>
        <p:spPr>
          <a:xfrm>
            <a:off x="10308922" y="3053219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Intention</a:t>
            </a:r>
          </a:p>
          <a:p>
            <a:pPr algn="ctr"/>
            <a:r>
              <a:rPr lang="en-US"/>
              <a:t>Execution</a:t>
            </a:r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20925E-0362-78B8-906D-A0857FE7835F}"/>
              </a:ext>
            </a:extLst>
          </p:cNvPr>
          <p:cNvSpPr/>
          <p:nvPr/>
        </p:nvSpPr>
        <p:spPr>
          <a:xfrm>
            <a:off x="5866358" y="4563123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610E68-2630-331D-2D8F-04BD9F1B5AA6}"/>
              </a:ext>
            </a:extLst>
          </p:cNvPr>
          <p:cNvSpPr/>
          <p:nvPr/>
        </p:nvSpPr>
        <p:spPr>
          <a:xfrm>
            <a:off x="5866358" y="166908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FB52BF-08E1-CCD1-3A9C-8D7FCE6298CB}"/>
              </a:ext>
            </a:extLst>
          </p:cNvPr>
          <p:cNvSpPr/>
          <p:nvPr/>
        </p:nvSpPr>
        <p:spPr>
          <a:xfrm>
            <a:off x="1808968" y="481573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12B483-229E-308C-22AD-389137EED4A7}"/>
              </a:ext>
            </a:extLst>
          </p:cNvPr>
          <p:cNvSpPr/>
          <p:nvPr/>
        </p:nvSpPr>
        <p:spPr>
          <a:xfrm>
            <a:off x="1808968" y="5839218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76C1E4-30E6-FABF-A200-4432F0B6766B}"/>
              </a:ext>
            </a:extLst>
          </p:cNvPr>
          <p:cNvSpPr/>
          <p:nvPr/>
        </p:nvSpPr>
        <p:spPr>
          <a:xfrm>
            <a:off x="5811440" y="791220"/>
            <a:ext cx="1237175" cy="751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Task</a:t>
            </a:r>
          </a:p>
          <a:p>
            <a:pPr algn="ctr"/>
            <a:r>
              <a:rPr lang="en-US"/>
              <a:t>Monitoring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923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5128-00F3-5B5F-DAB2-50C4A249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144458A-8576-7A2B-ACCB-36AE514A0F9F}"/>
              </a:ext>
            </a:extLst>
          </p:cNvPr>
          <p:cNvSpPr/>
          <p:nvPr/>
        </p:nvSpPr>
        <p:spPr>
          <a:xfrm>
            <a:off x="1127343" y="65761"/>
            <a:ext cx="2129424" cy="21445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94E5B3-49DE-3FF4-2AA8-7D3E4DE47005}"/>
              </a:ext>
            </a:extLst>
          </p:cNvPr>
          <p:cNvCxnSpPr>
            <a:cxnSpLocks/>
          </p:cNvCxnSpPr>
          <p:nvPr/>
        </p:nvCxnSpPr>
        <p:spPr>
          <a:xfrm>
            <a:off x="2918564" y="1696355"/>
            <a:ext cx="7623133" cy="2792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1402058-4DB6-13FE-102F-B22DA8619A92}"/>
              </a:ext>
            </a:extLst>
          </p:cNvPr>
          <p:cNvSpPr/>
          <p:nvPr/>
        </p:nvSpPr>
        <p:spPr>
          <a:xfrm>
            <a:off x="1127343" y="4568867"/>
            <a:ext cx="2129424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FCB0AD-25CA-AC00-54DE-0BF5F3546514}"/>
              </a:ext>
            </a:extLst>
          </p:cNvPr>
          <p:cNvSpPr/>
          <p:nvPr/>
        </p:nvSpPr>
        <p:spPr>
          <a:xfrm>
            <a:off x="1127342" y="2322533"/>
            <a:ext cx="2129425" cy="21335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2DEFF8-B729-2463-0E45-4322563F7599}"/>
              </a:ext>
            </a:extLst>
          </p:cNvPr>
          <p:cNvSpPr/>
          <p:nvPr/>
        </p:nvSpPr>
        <p:spPr>
          <a:xfrm>
            <a:off x="5379931" y="4150806"/>
            <a:ext cx="2100196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F8419C-5E6B-7EE2-2C2B-1CE16A67DC08}"/>
              </a:ext>
            </a:extLst>
          </p:cNvPr>
          <p:cNvSpPr/>
          <p:nvPr/>
        </p:nvSpPr>
        <p:spPr>
          <a:xfrm>
            <a:off x="5379931" y="1269298"/>
            <a:ext cx="2192053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F268B-4A02-DC98-23B1-8CF718075E41}"/>
              </a:ext>
            </a:extLst>
          </p:cNvPr>
          <p:cNvSpPr/>
          <p:nvPr/>
        </p:nvSpPr>
        <p:spPr>
          <a:xfrm>
            <a:off x="513564" y="801666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Stress</a:t>
            </a: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32471-FE9A-5D07-8B1D-4F0FE3CD76DB}"/>
              </a:ext>
            </a:extLst>
          </p:cNvPr>
          <p:cNvSpPr/>
          <p:nvPr/>
        </p:nvSpPr>
        <p:spPr>
          <a:xfrm>
            <a:off x="513564" y="30297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</a:t>
            </a: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E7FC9-E1C9-C8CD-0FC6-8C845B48521B}"/>
              </a:ext>
            </a:extLst>
          </p:cNvPr>
          <p:cNvSpPr/>
          <p:nvPr/>
        </p:nvSpPr>
        <p:spPr>
          <a:xfrm>
            <a:off x="271393" y="5392459"/>
            <a:ext cx="1427970" cy="58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Importance</a:t>
            </a: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E08BDA-D845-7E81-8655-7605DC0E08AD}"/>
              </a:ext>
            </a:extLst>
          </p:cNvPr>
          <p:cNvSpPr/>
          <p:nvPr/>
        </p:nvSpPr>
        <p:spPr>
          <a:xfrm>
            <a:off x="1791222" y="1316273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762120-42D2-8E6A-36A5-792640446588}"/>
              </a:ext>
            </a:extLst>
          </p:cNvPr>
          <p:cNvSpPr/>
          <p:nvPr/>
        </p:nvSpPr>
        <p:spPr>
          <a:xfrm>
            <a:off x="1791222" y="2585580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A6E38F-EBC4-7D05-9E7F-54C7957D41A2}"/>
              </a:ext>
            </a:extLst>
          </p:cNvPr>
          <p:cNvSpPr/>
          <p:nvPr/>
        </p:nvSpPr>
        <p:spPr>
          <a:xfrm>
            <a:off x="1791222" y="268784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BC414-CA93-F24D-E4EF-60BA7C2C1474}"/>
              </a:ext>
            </a:extLst>
          </p:cNvPr>
          <p:cNvSpPr/>
          <p:nvPr/>
        </p:nvSpPr>
        <p:spPr>
          <a:xfrm>
            <a:off x="1791222" y="3609060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C20682-3B30-A34C-AF17-398FFDFE58BD}"/>
              </a:ext>
            </a:extLst>
          </p:cNvPr>
          <p:cNvSpPr/>
          <p:nvPr/>
        </p:nvSpPr>
        <p:spPr>
          <a:xfrm>
            <a:off x="5866357" y="37212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Off-loading</a:t>
            </a:r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FF036A-17FF-60C8-BF58-A108693006CF}"/>
              </a:ext>
            </a:extLst>
          </p:cNvPr>
          <p:cNvSpPr/>
          <p:nvPr/>
        </p:nvSpPr>
        <p:spPr>
          <a:xfrm>
            <a:off x="5866357" y="2653948"/>
            <a:ext cx="1127343" cy="7515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992F8D-F948-6765-D19B-88AC05605132}"/>
              </a:ext>
            </a:extLst>
          </p:cNvPr>
          <p:cNvSpPr/>
          <p:nvPr/>
        </p:nvSpPr>
        <p:spPr>
          <a:xfrm>
            <a:off x="5866358" y="5457690"/>
            <a:ext cx="1127342" cy="7515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065A77-F74B-EC07-BBF1-7381985B64EA}"/>
              </a:ext>
            </a:extLst>
          </p:cNvPr>
          <p:cNvSpPr/>
          <p:nvPr/>
        </p:nvSpPr>
        <p:spPr>
          <a:xfrm>
            <a:off x="10308922" y="3053219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Intention</a:t>
            </a:r>
          </a:p>
          <a:p>
            <a:pPr algn="ctr"/>
            <a:r>
              <a:rPr lang="en-US"/>
              <a:t>Execution</a:t>
            </a:r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A4217-3245-BC36-C317-B913730AB1A3}"/>
              </a:ext>
            </a:extLst>
          </p:cNvPr>
          <p:cNvSpPr/>
          <p:nvPr/>
        </p:nvSpPr>
        <p:spPr>
          <a:xfrm>
            <a:off x="5866358" y="4563123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C6B2C5-4D8F-0BA5-4EF7-35162720EF42}"/>
              </a:ext>
            </a:extLst>
          </p:cNvPr>
          <p:cNvSpPr/>
          <p:nvPr/>
        </p:nvSpPr>
        <p:spPr>
          <a:xfrm>
            <a:off x="5866358" y="166908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EA5449-6712-D6B6-0BB3-24E384B93BBA}"/>
              </a:ext>
            </a:extLst>
          </p:cNvPr>
          <p:cNvSpPr/>
          <p:nvPr/>
        </p:nvSpPr>
        <p:spPr>
          <a:xfrm>
            <a:off x="1808968" y="481573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5B6C52-081D-E8B1-E751-FF8B058F1CDE}"/>
              </a:ext>
            </a:extLst>
          </p:cNvPr>
          <p:cNvSpPr/>
          <p:nvPr/>
        </p:nvSpPr>
        <p:spPr>
          <a:xfrm>
            <a:off x="1808968" y="5839218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02D045-86F1-E149-D324-5D7CAA86D58F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2892876" cy="231679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F43F65-6393-85E3-F3EA-54336C0600C0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918564" y="1692055"/>
            <a:ext cx="2947793" cy="13376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ECEBDC-EA81-9BB3-FF7F-722CBDA38706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8259872" cy="1871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260B72-7C41-2595-0137-61B9B18EC88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993700" y="2088711"/>
            <a:ext cx="3315222" cy="1316803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E2E6B97-46F5-9607-8472-648119697045}"/>
              </a:ext>
            </a:extLst>
          </p:cNvPr>
          <p:cNvCxnSpPr>
            <a:cxnSpLocks/>
          </p:cNvCxnSpPr>
          <p:nvPr/>
        </p:nvCxnSpPr>
        <p:spPr>
          <a:xfrm>
            <a:off x="11178436" y="675354"/>
            <a:ext cx="0" cy="23648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B49224-09F5-EF68-8FB2-C878DF1BAB21}"/>
              </a:ext>
            </a:extLst>
          </p:cNvPr>
          <p:cNvCxnSpPr>
            <a:cxnSpLocks/>
          </p:cNvCxnSpPr>
          <p:nvPr/>
        </p:nvCxnSpPr>
        <p:spPr>
          <a:xfrm>
            <a:off x="10541697" y="1710317"/>
            <a:ext cx="0" cy="129488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05B1960-7673-405D-F8B4-53908D65C39B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6993700" y="3029730"/>
            <a:ext cx="3315222" cy="37578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789183-8795-0B71-2504-C30BECAE9EBB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2947793" cy="528442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EC7BE6-704C-334F-983D-B384ED5BD60B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18564" y="1692055"/>
            <a:ext cx="2947794" cy="414141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1D80513-2DD8-4E44-5F35-54F24CB37904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6993700" y="3405514"/>
            <a:ext cx="3315222" cy="2427957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787830-96E6-9FD9-20E1-310902C1C541}"/>
              </a:ext>
            </a:extLst>
          </p:cNvPr>
          <p:cNvCxnSpPr>
            <a:cxnSpLocks/>
            <a:stCxn id="2" idx="3"/>
            <a:endCxn id="23" idx="1"/>
          </p:cNvCxnSpPr>
          <p:nvPr/>
        </p:nvCxnSpPr>
        <p:spPr>
          <a:xfrm flipV="1">
            <a:off x="6993700" y="3405514"/>
            <a:ext cx="3315222" cy="157723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7A0799D-386A-1AA9-D991-CC3E6A984A62}"/>
              </a:ext>
            </a:extLst>
          </p:cNvPr>
          <p:cNvSpPr/>
          <p:nvPr/>
        </p:nvSpPr>
        <p:spPr>
          <a:xfrm>
            <a:off x="5811440" y="791220"/>
            <a:ext cx="1237175" cy="751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Task</a:t>
            </a:r>
          </a:p>
          <a:p>
            <a:pPr algn="ctr"/>
            <a:r>
              <a:rPr lang="en-US"/>
              <a:t>Monitoring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428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31E97-01DA-C9D2-9C2E-C6FF16B6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2644BD-22A9-B6D3-AAD9-BFD2EC5B0477}"/>
              </a:ext>
            </a:extLst>
          </p:cNvPr>
          <p:cNvCxnSpPr>
            <a:cxnSpLocks/>
          </p:cNvCxnSpPr>
          <p:nvPr/>
        </p:nvCxnSpPr>
        <p:spPr>
          <a:xfrm>
            <a:off x="2918564" y="3005203"/>
            <a:ext cx="7390358" cy="40031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05109D7-2F7F-192C-4BC8-F97316738172}"/>
              </a:ext>
            </a:extLst>
          </p:cNvPr>
          <p:cNvCxnSpPr>
            <a:cxnSpLocks/>
          </p:cNvCxnSpPr>
          <p:nvPr/>
        </p:nvCxnSpPr>
        <p:spPr>
          <a:xfrm flipV="1">
            <a:off x="2918564" y="3405514"/>
            <a:ext cx="7390358" cy="57932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4CCFFF7-56AD-60D5-B519-87390919D380}"/>
              </a:ext>
            </a:extLst>
          </p:cNvPr>
          <p:cNvSpPr/>
          <p:nvPr/>
        </p:nvSpPr>
        <p:spPr>
          <a:xfrm>
            <a:off x="1127343" y="65761"/>
            <a:ext cx="2129424" cy="21445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4713B9-0D17-1B87-17D2-B2B6645A02DA}"/>
              </a:ext>
            </a:extLst>
          </p:cNvPr>
          <p:cNvCxnSpPr>
            <a:cxnSpLocks/>
          </p:cNvCxnSpPr>
          <p:nvPr/>
        </p:nvCxnSpPr>
        <p:spPr>
          <a:xfrm>
            <a:off x="2918564" y="1696355"/>
            <a:ext cx="7623133" cy="2792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F26C255-5941-5A50-ADF0-952F020B9CF3}"/>
              </a:ext>
            </a:extLst>
          </p:cNvPr>
          <p:cNvSpPr/>
          <p:nvPr/>
        </p:nvSpPr>
        <p:spPr>
          <a:xfrm>
            <a:off x="1127343" y="4568867"/>
            <a:ext cx="2129424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426C70-E01C-9044-5309-24920BE5B26A}"/>
              </a:ext>
            </a:extLst>
          </p:cNvPr>
          <p:cNvSpPr/>
          <p:nvPr/>
        </p:nvSpPr>
        <p:spPr>
          <a:xfrm>
            <a:off x="1127342" y="2322533"/>
            <a:ext cx="2129425" cy="21335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8E7CDE-84DD-E7EE-E847-F4C4A9248E8A}"/>
              </a:ext>
            </a:extLst>
          </p:cNvPr>
          <p:cNvSpPr/>
          <p:nvPr/>
        </p:nvSpPr>
        <p:spPr>
          <a:xfrm>
            <a:off x="5379931" y="4150806"/>
            <a:ext cx="2100196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653395-B03F-9D96-753C-59CB7D24EBBF}"/>
              </a:ext>
            </a:extLst>
          </p:cNvPr>
          <p:cNvSpPr/>
          <p:nvPr/>
        </p:nvSpPr>
        <p:spPr>
          <a:xfrm>
            <a:off x="5379931" y="1269298"/>
            <a:ext cx="2192053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1337AD-10A9-02B2-7BE1-25E58B5DE5DA}"/>
              </a:ext>
            </a:extLst>
          </p:cNvPr>
          <p:cNvSpPr/>
          <p:nvPr/>
        </p:nvSpPr>
        <p:spPr>
          <a:xfrm>
            <a:off x="513564" y="801666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Stress</a:t>
            </a: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901D4C-95BA-F4B4-AAA2-6D528F7B8129}"/>
              </a:ext>
            </a:extLst>
          </p:cNvPr>
          <p:cNvSpPr/>
          <p:nvPr/>
        </p:nvSpPr>
        <p:spPr>
          <a:xfrm>
            <a:off x="513564" y="30297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</a:t>
            </a: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54A50-B785-A671-5DE1-1F95998BCBCE}"/>
              </a:ext>
            </a:extLst>
          </p:cNvPr>
          <p:cNvSpPr/>
          <p:nvPr/>
        </p:nvSpPr>
        <p:spPr>
          <a:xfrm>
            <a:off x="271393" y="5392459"/>
            <a:ext cx="1427970" cy="58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Importance</a:t>
            </a: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65D756-4371-9A6C-483A-15DC08167009}"/>
              </a:ext>
            </a:extLst>
          </p:cNvPr>
          <p:cNvSpPr/>
          <p:nvPr/>
        </p:nvSpPr>
        <p:spPr>
          <a:xfrm>
            <a:off x="1791222" y="1316273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5E473-E392-9D1A-F027-A2DF0F72AF64}"/>
              </a:ext>
            </a:extLst>
          </p:cNvPr>
          <p:cNvSpPr/>
          <p:nvPr/>
        </p:nvSpPr>
        <p:spPr>
          <a:xfrm>
            <a:off x="1791222" y="2585580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ED9C79-C6C4-6A8A-8E97-B052DA5F43C7}"/>
              </a:ext>
            </a:extLst>
          </p:cNvPr>
          <p:cNvSpPr/>
          <p:nvPr/>
        </p:nvSpPr>
        <p:spPr>
          <a:xfrm>
            <a:off x="1791222" y="268784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B3DA19-AC97-44C1-218A-86874AC8DF26}"/>
              </a:ext>
            </a:extLst>
          </p:cNvPr>
          <p:cNvSpPr/>
          <p:nvPr/>
        </p:nvSpPr>
        <p:spPr>
          <a:xfrm>
            <a:off x="1791222" y="3609060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A093B2-5FCE-88D6-5043-86FB538D7CD7}"/>
              </a:ext>
            </a:extLst>
          </p:cNvPr>
          <p:cNvSpPr/>
          <p:nvPr/>
        </p:nvSpPr>
        <p:spPr>
          <a:xfrm>
            <a:off x="5866357" y="37212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Off-loading</a:t>
            </a:r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50C86E-9CA5-2CE0-0034-330B16E38DCA}"/>
              </a:ext>
            </a:extLst>
          </p:cNvPr>
          <p:cNvSpPr/>
          <p:nvPr/>
        </p:nvSpPr>
        <p:spPr>
          <a:xfrm>
            <a:off x="5866357" y="2653948"/>
            <a:ext cx="1127343" cy="7515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9BC74A-364D-0651-B88A-D606A0A6EB7F}"/>
              </a:ext>
            </a:extLst>
          </p:cNvPr>
          <p:cNvSpPr/>
          <p:nvPr/>
        </p:nvSpPr>
        <p:spPr>
          <a:xfrm>
            <a:off x="5866358" y="5457690"/>
            <a:ext cx="1127342" cy="7515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846447-878B-1939-5052-509F8C2A0F9C}"/>
              </a:ext>
            </a:extLst>
          </p:cNvPr>
          <p:cNvSpPr/>
          <p:nvPr/>
        </p:nvSpPr>
        <p:spPr>
          <a:xfrm>
            <a:off x="10308922" y="3053219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Intention</a:t>
            </a:r>
          </a:p>
          <a:p>
            <a:pPr algn="ctr"/>
            <a:r>
              <a:rPr lang="en-US"/>
              <a:t>Execution</a:t>
            </a:r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3B5E2-D903-1E92-9F66-0FC653703C84}"/>
              </a:ext>
            </a:extLst>
          </p:cNvPr>
          <p:cNvSpPr/>
          <p:nvPr/>
        </p:nvSpPr>
        <p:spPr>
          <a:xfrm>
            <a:off x="5866358" y="4563123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BF1A78-EC28-024A-0DCD-EFA89FF6E2A2}"/>
              </a:ext>
            </a:extLst>
          </p:cNvPr>
          <p:cNvSpPr/>
          <p:nvPr/>
        </p:nvSpPr>
        <p:spPr>
          <a:xfrm>
            <a:off x="5866358" y="166908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00CB31-D9DF-B166-6180-553E211527DD}"/>
              </a:ext>
            </a:extLst>
          </p:cNvPr>
          <p:cNvSpPr/>
          <p:nvPr/>
        </p:nvSpPr>
        <p:spPr>
          <a:xfrm>
            <a:off x="1808968" y="481573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13041E-1770-36AC-070B-40069CEDCAD8}"/>
              </a:ext>
            </a:extLst>
          </p:cNvPr>
          <p:cNvSpPr/>
          <p:nvPr/>
        </p:nvSpPr>
        <p:spPr>
          <a:xfrm>
            <a:off x="1808968" y="5839218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987F91-5485-8F92-985D-A9F6D1A4FA62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2892876" cy="231679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524CF7-B806-B61B-0523-C66614B07FF2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918564" y="1692055"/>
            <a:ext cx="2947793" cy="13376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3F324D-B6D3-531C-A6D8-0B8608356933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8259872" cy="1871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2982F7-1C79-98D7-7CDB-D9417B958E9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993700" y="2088711"/>
            <a:ext cx="3315222" cy="1316803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2FBD76-7273-BF1F-7301-7C9329A1B5EE}"/>
              </a:ext>
            </a:extLst>
          </p:cNvPr>
          <p:cNvCxnSpPr>
            <a:cxnSpLocks/>
          </p:cNvCxnSpPr>
          <p:nvPr/>
        </p:nvCxnSpPr>
        <p:spPr>
          <a:xfrm>
            <a:off x="11178436" y="675354"/>
            <a:ext cx="0" cy="23648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DAE40CC-5D9F-7E27-AF29-F2DB56EC497F}"/>
              </a:ext>
            </a:extLst>
          </p:cNvPr>
          <p:cNvCxnSpPr>
            <a:cxnSpLocks/>
          </p:cNvCxnSpPr>
          <p:nvPr/>
        </p:nvCxnSpPr>
        <p:spPr>
          <a:xfrm>
            <a:off x="10541697" y="1710317"/>
            <a:ext cx="0" cy="129488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D3C7B89-140E-C1BE-C8B6-9466B8AF7B1D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6993700" y="3029730"/>
            <a:ext cx="3315222" cy="37578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38B93B-A668-A2B4-8BB3-E9BFB7D2680B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2947793" cy="528442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B2BDDF-681E-4AEA-59FA-D2D7301FF990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18564" y="1692055"/>
            <a:ext cx="2947794" cy="414141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8952F4-C1EB-3E34-FDB4-25897174360B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6993700" y="3405514"/>
            <a:ext cx="3315222" cy="2427957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0B51C7-7A39-2CD7-E867-90E859CDFD9D}"/>
              </a:ext>
            </a:extLst>
          </p:cNvPr>
          <p:cNvCxnSpPr>
            <a:cxnSpLocks/>
            <a:stCxn id="2" idx="3"/>
            <a:endCxn id="23" idx="1"/>
          </p:cNvCxnSpPr>
          <p:nvPr/>
        </p:nvCxnSpPr>
        <p:spPr>
          <a:xfrm flipV="1">
            <a:off x="6993700" y="3405514"/>
            <a:ext cx="3315222" cy="157723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62606F0-4B95-B0A5-6CCC-BF7DF2F78949}"/>
              </a:ext>
            </a:extLst>
          </p:cNvPr>
          <p:cNvCxnSpPr>
            <a:cxnSpLocks/>
          </p:cNvCxnSpPr>
          <p:nvPr/>
        </p:nvCxnSpPr>
        <p:spPr>
          <a:xfrm flipV="1">
            <a:off x="2918564" y="3005202"/>
            <a:ext cx="2892876" cy="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6A94CEE-E313-65DD-0A20-FE4E5790A701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918564" y="3029730"/>
            <a:ext cx="2947793" cy="9551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4EA4B3-6B0D-17A8-3D38-0AD06AEDA0E2}"/>
              </a:ext>
            </a:extLst>
          </p:cNvPr>
          <p:cNvCxnSpPr>
            <a:cxnSpLocks/>
          </p:cNvCxnSpPr>
          <p:nvPr/>
        </p:nvCxnSpPr>
        <p:spPr>
          <a:xfrm>
            <a:off x="3031299" y="3984842"/>
            <a:ext cx="2780141" cy="1848629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20B8588-D729-3420-98C6-897F44F5B2AC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2918564" y="3005203"/>
            <a:ext cx="2947794" cy="2828268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8599ED4-1E7A-4A90-149F-37DAE54BB173}"/>
              </a:ext>
            </a:extLst>
          </p:cNvPr>
          <p:cNvSpPr/>
          <p:nvPr/>
        </p:nvSpPr>
        <p:spPr>
          <a:xfrm>
            <a:off x="5811440" y="791220"/>
            <a:ext cx="1237175" cy="751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Task</a:t>
            </a:r>
          </a:p>
          <a:p>
            <a:pPr algn="ctr"/>
            <a:r>
              <a:rPr lang="en-US"/>
              <a:t>Monitoring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827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748E-A4B5-B300-A340-360F9B954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84781BD-C6C6-67A2-C4F9-067F8DFDA3FF}"/>
              </a:ext>
            </a:extLst>
          </p:cNvPr>
          <p:cNvCxnSpPr>
            <a:cxnSpLocks/>
          </p:cNvCxnSpPr>
          <p:nvPr/>
        </p:nvCxnSpPr>
        <p:spPr>
          <a:xfrm flipV="1">
            <a:off x="3006311" y="5161645"/>
            <a:ext cx="7535386" cy="50011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B64EEA0-7D5B-4A06-EB00-2DE4218D0546}"/>
              </a:ext>
            </a:extLst>
          </p:cNvPr>
          <p:cNvCxnSpPr>
            <a:cxnSpLocks/>
          </p:cNvCxnSpPr>
          <p:nvPr/>
        </p:nvCxnSpPr>
        <p:spPr>
          <a:xfrm flipV="1">
            <a:off x="2979369" y="6169593"/>
            <a:ext cx="8199067" cy="80375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ABE1E5-0C6C-3D65-6D7E-270425786544}"/>
              </a:ext>
            </a:extLst>
          </p:cNvPr>
          <p:cNvCxnSpPr>
            <a:cxnSpLocks/>
          </p:cNvCxnSpPr>
          <p:nvPr/>
        </p:nvCxnSpPr>
        <p:spPr>
          <a:xfrm>
            <a:off x="2918564" y="3005203"/>
            <a:ext cx="7390358" cy="40031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9145B67-F7A1-D84B-C967-0FE897C42ED1}"/>
              </a:ext>
            </a:extLst>
          </p:cNvPr>
          <p:cNvCxnSpPr>
            <a:cxnSpLocks/>
          </p:cNvCxnSpPr>
          <p:nvPr/>
        </p:nvCxnSpPr>
        <p:spPr>
          <a:xfrm flipV="1">
            <a:off x="2918564" y="3405514"/>
            <a:ext cx="7390358" cy="57932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077F2EA-0749-DCFF-96D1-A8A14E919CFE}"/>
              </a:ext>
            </a:extLst>
          </p:cNvPr>
          <p:cNvSpPr/>
          <p:nvPr/>
        </p:nvSpPr>
        <p:spPr>
          <a:xfrm>
            <a:off x="1127343" y="65761"/>
            <a:ext cx="2129424" cy="21445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8AA9EE-9C8A-ADD2-8C07-2E7AB9624364}"/>
              </a:ext>
            </a:extLst>
          </p:cNvPr>
          <p:cNvCxnSpPr>
            <a:cxnSpLocks/>
          </p:cNvCxnSpPr>
          <p:nvPr/>
        </p:nvCxnSpPr>
        <p:spPr>
          <a:xfrm>
            <a:off x="2918564" y="1696355"/>
            <a:ext cx="7623133" cy="2792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ACED848-1728-23FA-2B77-173AA5E44FE8}"/>
              </a:ext>
            </a:extLst>
          </p:cNvPr>
          <p:cNvSpPr/>
          <p:nvPr/>
        </p:nvSpPr>
        <p:spPr>
          <a:xfrm>
            <a:off x="1127343" y="4568867"/>
            <a:ext cx="2129424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AAFA41-098F-D8B8-5794-98643AF935BE}"/>
              </a:ext>
            </a:extLst>
          </p:cNvPr>
          <p:cNvSpPr/>
          <p:nvPr/>
        </p:nvSpPr>
        <p:spPr>
          <a:xfrm>
            <a:off x="1127342" y="2322533"/>
            <a:ext cx="2129425" cy="21335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BF03E-9E59-78E3-3CE3-DB53B559D037}"/>
              </a:ext>
            </a:extLst>
          </p:cNvPr>
          <p:cNvSpPr/>
          <p:nvPr/>
        </p:nvSpPr>
        <p:spPr>
          <a:xfrm>
            <a:off x="5379931" y="4150806"/>
            <a:ext cx="2100196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FA68CD-5964-19A8-EAD9-6A068F5B04D0}"/>
              </a:ext>
            </a:extLst>
          </p:cNvPr>
          <p:cNvSpPr/>
          <p:nvPr/>
        </p:nvSpPr>
        <p:spPr>
          <a:xfrm>
            <a:off x="5379931" y="1269298"/>
            <a:ext cx="2192053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C4D258-EB7F-E3A9-87C7-FBF5C777F056}"/>
              </a:ext>
            </a:extLst>
          </p:cNvPr>
          <p:cNvSpPr/>
          <p:nvPr/>
        </p:nvSpPr>
        <p:spPr>
          <a:xfrm>
            <a:off x="513564" y="801666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Stress</a:t>
            </a: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4EED3-6E78-2B65-9878-FE16B0423A1C}"/>
              </a:ext>
            </a:extLst>
          </p:cNvPr>
          <p:cNvSpPr/>
          <p:nvPr/>
        </p:nvSpPr>
        <p:spPr>
          <a:xfrm>
            <a:off x="513564" y="30297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</a:t>
            </a: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08B72D-6161-E889-46B2-700581649683}"/>
              </a:ext>
            </a:extLst>
          </p:cNvPr>
          <p:cNvSpPr/>
          <p:nvPr/>
        </p:nvSpPr>
        <p:spPr>
          <a:xfrm>
            <a:off x="271393" y="5392459"/>
            <a:ext cx="1427970" cy="58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Importance</a:t>
            </a: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5447D-EC6F-464D-2DF3-55ECC576D7CE}"/>
              </a:ext>
            </a:extLst>
          </p:cNvPr>
          <p:cNvSpPr/>
          <p:nvPr/>
        </p:nvSpPr>
        <p:spPr>
          <a:xfrm>
            <a:off x="1791222" y="1316273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9C6579-08D5-5806-C1FA-B25EF2CCB8C3}"/>
              </a:ext>
            </a:extLst>
          </p:cNvPr>
          <p:cNvSpPr/>
          <p:nvPr/>
        </p:nvSpPr>
        <p:spPr>
          <a:xfrm>
            <a:off x="1791222" y="2585580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C68D8-E923-430E-1F16-EA2CD695F2A6}"/>
              </a:ext>
            </a:extLst>
          </p:cNvPr>
          <p:cNvSpPr/>
          <p:nvPr/>
        </p:nvSpPr>
        <p:spPr>
          <a:xfrm>
            <a:off x="1791222" y="268784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0E046-F061-3C52-4247-4E50526D0E66}"/>
              </a:ext>
            </a:extLst>
          </p:cNvPr>
          <p:cNvSpPr/>
          <p:nvPr/>
        </p:nvSpPr>
        <p:spPr>
          <a:xfrm>
            <a:off x="1791222" y="3609060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79B25B-F74E-751E-27DA-BCD61C3541A1}"/>
              </a:ext>
            </a:extLst>
          </p:cNvPr>
          <p:cNvSpPr/>
          <p:nvPr/>
        </p:nvSpPr>
        <p:spPr>
          <a:xfrm>
            <a:off x="5866357" y="37212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Off-loading</a:t>
            </a:r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B81641-B866-1064-1688-68D59480747C}"/>
              </a:ext>
            </a:extLst>
          </p:cNvPr>
          <p:cNvSpPr/>
          <p:nvPr/>
        </p:nvSpPr>
        <p:spPr>
          <a:xfrm>
            <a:off x="5866357" y="2653948"/>
            <a:ext cx="1127343" cy="7515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397107-0F0D-B521-F877-276CC260199E}"/>
              </a:ext>
            </a:extLst>
          </p:cNvPr>
          <p:cNvSpPr/>
          <p:nvPr/>
        </p:nvSpPr>
        <p:spPr>
          <a:xfrm>
            <a:off x="5866358" y="5457690"/>
            <a:ext cx="1127342" cy="7515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C271-212A-0F15-2A98-E1985C5A69F4}"/>
              </a:ext>
            </a:extLst>
          </p:cNvPr>
          <p:cNvSpPr/>
          <p:nvPr/>
        </p:nvSpPr>
        <p:spPr>
          <a:xfrm>
            <a:off x="10308922" y="3053219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Intention</a:t>
            </a:r>
          </a:p>
          <a:p>
            <a:pPr algn="ctr"/>
            <a:r>
              <a:rPr lang="en-US"/>
              <a:t>Execution</a:t>
            </a:r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7ACA4-FA82-A585-60D3-99B052927C1D}"/>
              </a:ext>
            </a:extLst>
          </p:cNvPr>
          <p:cNvSpPr/>
          <p:nvPr/>
        </p:nvSpPr>
        <p:spPr>
          <a:xfrm>
            <a:off x="5866358" y="4563123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DCB22A-FE7A-C81A-7999-C59CDC38CD59}"/>
              </a:ext>
            </a:extLst>
          </p:cNvPr>
          <p:cNvSpPr/>
          <p:nvPr/>
        </p:nvSpPr>
        <p:spPr>
          <a:xfrm>
            <a:off x="5866358" y="166908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F70D55-158C-3466-076A-E96F1A28DA1E}"/>
              </a:ext>
            </a:extLst>
          </p:cNvPr>
          <p:cNvSpPr/>
          <p:nvPr/>
        </p:nvSpPr>
        <p:spPr>
          <a:xfrm>
            <a:off x="1808968" y="481573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DF2311-14C3-D580-E0FD-F688CBC92699}"/>
              </a:ext>
            </a:extLst>
          </p:cNvPr>
          <p:cNvSpPr/>
          <p:nvPr/>
        </p:nvSpPr>
        <p:spPr>
          <a:xfrm>
            <a:off x="1808968" y="5839218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A0D096-3317-AE8F-C6FF-85473811CC96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2892876" cy="231679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23B7E9-9F0A-7FD2-D9F8-5BC4B93CB0B0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918564" y="1692055"/>
            <a:ext cx="2947793" cy="13376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E41D00A-FAA2-1430-C328-6F4240059C70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8259872" cy="1871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CD1AFE-16FD-9E80-8AC3-69E83B28F2C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993700" y="2088711"/>
            <a:ext cx="3315222" cy="1316803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CD91BF-23D6-C0E8-41A8-FBA3FF12ACD9}"/>
              </a:ext>
            </a:extLst>
          </p:cNvPr>
          <p:cNvCxnSpPr>
            <a:cxnSpLocks/>
          </p:cNvCxnSpPr>
          <p:nvPr/>
        </p:nvCxnSpPr>
        <p:spPr>
          <a:xfrm>
            <a:off x="11178436" y="675354"/>
            <a:ext cx="0" cy="23648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E501049-118C-158E-3402-29F5A871CE18}"/>
              </a:ext>
            </a:extLst>
          </p:cNvPr>
          <p:cNvCxnSpPr>
            <a:cxnSpLocks/>
          </p:cNvCxnSpPr>
          <p:nvPr/>
        </p:nvCxnSpPr>
        <p:spPr>
          <a:xfrm>
            <a:off x="10541697" y="1710317"/>
            <a:ext cx="0" cy="129488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CB402F-FD9E-568E-A885-E59C246E06BB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6993700" y="3029730"/>
            <a:ext cx="3315222" cy="37578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D9858E-079A-D8CE-A253-FEF8D883D6BC}"/>
              </a:ext>
            </a:extLst>
          </p:cNvPr>
          <p:cNvCxnSpPr>
            <a:cxnSpLocks/>
          </p:cNvCxnSpPr>
          <p:nvPr/>
        </p:nvCxnSpPr>
        <p:spPr>
          <a:xfrm>
            <a:off x="2918564" y="688407"/>
            <a:ext cx="2947793" cy="528442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CD4BA6-D806-0A55-097C-805C454D88E9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18564" y="1692055"/>
            <a:ext cx="2947794" cy="414141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B1220D5-0C15-3832-A908-3FCA33331FDB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6993700" y="3405514"/>
            <a:ext cx="3315222" cy="2427957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DC3CC3A-23DC-1FAD-637C-C6247D715429}"/>
              </a:ext>
            </a:extLst>
          </p:cNvPr>
          <p:cNvCxnSpPr>
            <a:cxnSpLocks/>
            <a:stCxn id="2" idx="3"/>
            <a:endCxn id="23" idx="1"/>
          </p:cNvCxnSpPr>
          <p:nvPr/>
        </p:nvCxnSpPr>
        <p:spPr>
          <a:xfrm flipV="1">
            <a:off x="6993700" y="3405514"/>
            <a:ext cx="3315222" cy="157723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3B51BF0-F611-EF6C-F1CA-4D238D3C4906}"/>
              </a:ext>
            </a:extLst>
          </p:cNvPr>
          <p:cNvCxnSpPr>
            <a:cxnSpLocks/>
          </p:cNvCxnSpPr>
          <p:nvPr/>
        </p:nvCxnSpPr>
        <p:spPr>
          <a:xfrm flipV="1">
            <a:off x="2918564" y="3005202"/>
            <a:ext cx="2892876" cy="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8247AC3-7CCD-267B-D174-99127BED793F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918564" y="3029730"/>
            <a:ext cx="2947793" cy="9551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5DD229-633E-3E68-8E61-975593CEE282}"/>
              </a:ext>
            </a:extLst>
          </p:cNvPr>
          <p:cNvCxnSpPr>
            <a:cxnSpLocks/>
          </p:cNvCxnSpPr>
          <p:nvPr/>
        </p:nvCxnSpPr>
        <p:spPr>
          <a:xfrm>
            <a:off x="3031299" y="3984842"/>
            <a:ext cx="2780141" cy="1848629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6287A68-7FD9-5735-32DB-96D3BEB3910E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2918564" y="3005203"/>
            <a:ext cx="2947794" cy="2828268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D5DD229-633E-3E68-8E61-975593CEE282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936310" y="3005202"/>
            <a:ext cx="2852802" cy="2230159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D6A17F-A358-10D5-5A04-D158271FC80E}"/>
              </a:ext>
            </a:extLst>
          </p:cNvPr>
          <p:cNvCxnSpPr>
            <a:cxnSpLocks/>
            <a:stCxn id="25" idx="3"/>
            <a:endCxn id="18" idx="1"/>
          </p:cNvCxnSpPr>
          <p:nvPr/>
        </p:nvCxnSpPr>
        <p:spPr>
          <a:xfrm flipV="1">
            <a:off x="2936310" y="3029730"/>
            <a:ext cx="2930047" cy="3185270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3D0A0C0-20EF-E10C-9C06-1FBBBA34EDAF}"/>
              </a:ext>
            </a:extLst>
          </p:cNvPr>
          <p:cNvCxnSpPr>
            <a:cxnSpLocks/>
          </p:cNvCxnSpPr>
          <p:nvPr/>
        </p:nvCxnSpPr>
        <p:spPr>
          <a:xfrm>
            <a:off x="2936310" y="5188912"/>
            <a:ext cx="2852802" cy="644559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2223AD5-34B2-15BB-35AD-5291BBE22D67}"/>
              </a:ext>
            </a:extLst>
          </p:cNvPr>
          <p:cNvCxnSpPr>
            <a:cxnSpLocks/>
          </p:cNvCxnSpPr>
          <p:nvPr/>
        </p:nvCxnSpPr>
        <p:spPr>
          <a:xfrm flipV="1">
            <a:off x="2936310" y="5833471"/>
            <a:ext cx="2852802" cy="33612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CB563AF-83CB-5060-9BB9-509C442B2519}"/>
              </a:ext>
            </a:extLst>
          </p:cNvPr>
          <p:cNvCxnSpPr>
            <a:cxnSpLocks/>
          </p:cNvCxnSpPr>
          <p:nvPr/>
        </p:nvCxnSpPr>
        <p:spPr>
          <a:xfrm flipV="1">
            <a:off x="11112500" y="3883068"/>
            <a:ext cx="0" cy="2286525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CC1660A-C383-1BB5-DB12-41D379A088C7}"/>
              </a:ext>
            </a:extLst>
          </p:cNvPr>
          <p:cNvCxnSpPr>
            <a:cxnSpLocks/>
          </p:cNvCxnSpPr>
          <p:nvPr/>
        </p:nvCxnSpPr>
        <p:spPr>
          <a:xfrm flipV="1">
            <a:off x="10541697" y="3857146"/>
            <a:ext cx="0" cy="1321735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2AA20EC0-06A1-9EE1-0FDC-D6BAA44A9A36}"/>
              </a:ext>
            </a:extLst>
          </p:cNvPr>
          <p:cNvSpPr/>
          <p:nvPr/>
        </p:nvSpPr>
        <p:spPr>
          <a:xfrm>
            <a:off x="5811440" y="791220"/>
            <a:ext cx="1237175" cy="751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Task</a:t>
            </a:r>
          </a:p>
          <a:p>
            <a:pPr algn="ctr"/>
            <a:r>
              <a:rPr lang="en-US"/>
              <a:t>Monitoring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300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15132-74D1-F61E-117E-C06F0AB61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4FDA910-A222-2F5B-B235-52F4EFCFB1BA}"/>
              </a:ext>
            </a:extLst>
          </p:cNvPr>
          <p:cNvCxnSpPr>
            <a:cxnSpLocks/>
          </p:cNvCxnSpPr>
          <p:nvPr/>
        </p:nvCxnSpPr>
        <p:spPr>
          <a:xfrm flipV="1">
            <a:off x="3006311" y="5161645"/>
            <a:ext cx="7535386" cy="50011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6F0412B-927F-0033-BD55-88602AA7D4E2}"/>
              </a:ext>
            </a:extLst>
          </p:cNvPr>
          <p:cNvCxnSpPr>
            <a:cxnSpLocks/>
          </p:cNvCxnSpPr>
          <p:nvPr/>
        </p:nvCxnSpPr>
        <p:spPr>
          <a:xfrm flipV="1">
            <a:off x="2979369" y="6169593"/>
            <a:ext cx="8199067" cy="80375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457C05-EF8A-35F4-1EAA-02607B443BBA}"/>
              </a:ext>
            </a:extLst>
          </p:cNvPr>
          <p:cNvCxnSpPr>
            <a:cxnSpLocks/>
          </p:cNvCxnSpPr>
          <p:nvPr/>
        </p:nvCxnSpPr>
        <p:spPr>
          <a:xfrm flipV="1">
            <a:off x="2918564" y="3405514"/>
            <a:ext cx="7390358" cy="579328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DA409-36F8-430A-58AF-84963DAE74E9}"/>
              </a:ext>
            </a:extLst>
          </p:cNvPr>
          <p:cNvSpPr/>
          <p:nvPr/>
        </p:nvSpPr>
        <p:spPr>
          <a:xfrm>
            <a:off x="1127343" y="65761"/>
            <a:ext cx="2129424" cy="21445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182281-C0FE-274D-FF07-47A6CFE57966}"/>
              </a:ext>
            </a:extLst>
          </p:cNvPr>
          <p:cNvSpPr/>
          <p:nvPr/>
        </p:nvSpPr>
        <p:spPr>
          <a:xfrm>
            <a:off x="1127343" y="4568867"/>
            <a:ext cx="2129424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A2A024-EE78-D9CB-F817-EFF18C6666F3}"/>
              </a:ext>
            </a:extLst>
          </p:cNvPr>
          <p:cNvSpPr/>
          <p:nvPr/>
        </p:nvSpPr>
        <p:spPr>
          <a:xfrm>
            <a:off x="1127342" y="2322533"/>
            <a:ext cx="2129425" cy="21335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3B2521-88B1-C565-1BCE-A28986C7B173}"/>
              </a:ext>
            </a:extLst>
          </p:cNvPr>
          <p:cNvSpPr/>
          <p:nvPr/>
        </p:nvSpPr>
        <p:spPr>
          <a:xfrm>
            <a:off x="5379931" y="4150806"/>
            <a:ext cx="2100196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F88A74-EA9A-D472-BFBD-2FC9D43E680C}"/>
              </a:ext>
            </a:extLst>
          </p:cNvPr>
          <p:cNvSpPr/>
          <p:nvPr/>
        </p:nvSpPr>
        <p:spPr>
          <a:xfrm>
            <a:off x="5379931" y="1269298"/>
            <a:ext cx="2192053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BFC43B-9A5E-AADF-0CF3-2A367A017271}"/>
              </a:ext>
            </a:extLst>
          </p:cNvPr>
          <p:cNvSpPr/>
          <p:nvPr/>
        </p:nvSpPr>
        <p:spPr>
          <a:xfrm>
            <a:off x="513564" y="801666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Stress</a:t>
            </a: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68C69-E8CF-7F48-FDF0-337FD8A156C3}"/>
              </a:ext>
            </a:extLst>
          </p:cNvPr>
          <p:cNvSpPr/>
          <p:nvPr/>
        </p:nvSpPr>
        <p:spPr>
          <a:xfrm>
            <a:off x="513564" y="30297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</a:t>
            </a: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9D332-27AF-563D-A540-8411CACFAD29}"/>
              </a:ext>
            </a:extLst>
          </p:cNvPr>
          <p:cNvSpPr/>
          <p:nvPr/>
        </p:nvSpPr>
        <p:spPr>
          <a:xfrm>
            <a:off x="271393" y="5392459"/>
            <a:ext cx="1427970" cy="58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Importance</a:t>
            </a: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CC002F-9F7E-7C06-B7EB-90FAE8F66C95}"/>
              </a:ext>
            </a:extLst>
          </p:cNvPr>
          <p:cNvSpPr/>
          <p:nvPr/>
        </p:nvSpPr>
        <p:spPr>
          <a:xfrm>
            <a:off x="1791222" y="1316273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DD4552-FA73-5EE6-416C-A37D5C42A580}"/>
              </a:ext>
            </a:extLst>
          </p:cNvPr>
          <p:cNvSpPr/>
          <p:nvPr/>
        </p:nvSpPr>
        <p:spPr>
          <a:xfrm>
            <a:off x="1791222" y="2585580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6F86F-F6A6-298E-9B57-068711A79755}"/>
              </a:ext>
            </a:extLst>
          </p:cNvPr>
          <p:cNvSpPr/>
          <p:nvPr/>
        </p:nvSpPr>
        <p:spPr>
          <a:xfrm>
            <a:off x="1791222" y="268784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C57053-1AB8-8CBD-9407-093CD09516E7}"/>
              </a:ext>
            </a:extLst>
          </p:cNvPr>
          <p:cNvSpPr/>
          <p:nvPr/>
        </p:nvSpPr>
        <p:spPr>
          <a:xfrm>
            <a:off x="1791222" y="3609060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4E9DA1-6A7D-BA1C-BB77-F3C4661222E1}"/>
              </a:ext>
            </a:extLst>
          </p:cNvPr>
          <p:cNvSpPr/>
          <p:nvPr/>
        </p:nvSpPr>
        <p:spPr>
          <a:xfrm>
            <a:off x="5811440" y="791220"/>
            <a:ext cx="1237175" cy="751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Task</a:t>
            </a:r>
          </a:p>
          <a:p>
            <a:pPr algn="ctr"/>
            <a:r>
              <a:rPr lang="en-US"/>
              <a:t>Monitoring</a:t>
            </a:r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99AB3-8B45-56BC-41C3-DAE194B6D681}"/>
              </a:ext>
            </a:extLst>
          </p:cNvPr>
          <p:cNvSpPr/>
          <p:nvPr/>
        </p:nvSpPr>
        <p:spPr>
          <a:xfrm>
            <a:off x="5866357" y="37212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Off-loading</a:t>
            </a:r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34E83B-5703-E842-7B4C-B68739105B96}"/>
              </a:ext>
            </a:extLst>
          </p:cNvPr>
          <p:cNvSpPr/>
          <p:nvPr/>
        </p:nvSpPr>
        <p:spPr>
          <a:xfrm>
            <a:off x="5866357" y="2653948"/>
            <a:ext cx="1127343" cy="7515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89BEE6-4FE2-9BA1-94C3-36C6720242EC}"/>
              </a:ext>
            </a:extLst>
          </p:cNvPr>
          <p:cNvSpPr/>
          <p:nvPr/>
        </p:nvSpPr>
        <p:spPr>
          <a:xfrm>
            <a:off x="5866358" y="5457690"/>
            <a:ext cx="1127342" cy="7515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23D4CE-DE31-82DE-68A8-CBAEB93EE2BC}"/>
              </a:ext>
            </a:extLst>
          </p:cNvPr>
          <p:cNvSpPr/>
          <p:nvPr/>
        </p:nvSpPr>
        <p:spPr>
          <a:xfrm>
            <a:off x="10308922" y="3053219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Intention</a:t>
            </a:r>
          </a:p>
          <a:p>
            <a:pPr algn="ctr"/>
            <a:r>
              <a:rPr lang="en-US"/>
              <a:t>Execution</a:t>
            </a:r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C19A67-AF13-C08E-AC00-1B92CC04E608}"/>
              </a:ext>
            </a:extLst>
          </p:cNvPr>
          <p:cNvSpPr/>
          <p:nvPr/>
        </p:nvSpPr>
        <p:spPr>
          <a:xfrm>
            <a:off x="5866358" y="4563123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E9F744-2369-E73B-E892-656F418FB24F}"/>
              </a:ext>
            </a:extLst>
          </p:cNvPr>
          <p:cNvSpPr/>
          <p:nvPr/>
        </p:nvSpPr>
        <p:spPr>
          <a:xfrm>
            <a:off x="5866358" y="166908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EA9DCC-7FFD-FC4D-EA0B-45CBD492F083}"/>
              </a:ext>
            </a:extLst>
          </p:cNvPr>
          <p:cNvSpPr/>
          <p:nvPr/>
        </p:nvSpPr>
        <p:spPr>
          <a:xfrm>
            <a:off x="1808968" y="481573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823046-2912-3332-FEC0-DFA32407AF5C}"/>
              </a:ext>
            </a:extLst>
          </p:cNvPr>
          <p:cNvSpPr/>
          <p:nvPr/>
        </p:nvSpPr>
        <p:spPr>
          <a:xfrm>
            <a:off x="1808968" y="5839218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0BA30E-EA39-7FC9-9C75-6A6003A0E0E2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6993700" y="3029730"/>
            <a:ext cx="3315222" cy="37578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20D4C5-90F8-9371-85A9-8FE20D4533C4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18564" y="1692055"/>
            <a:ext cx="2947794" cy="414141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6774EA9-3F71-5CFD-26BE-2D8E5F959EB5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6993700" y="3405514"/>
            <a:ext cx="3315222" cy="2427957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42A4A7E-1B73-22E4-F40D-B95EDF0BA8D1}"/>
              </a:ext>
            </a:extLst>
          </p:cNvPr>
          <p:cNvCxnSpPr>
            <a:cxnSpLocks/>
            <a:stCxn id="2" idx="3"/>
            <a:endCxn id="23" idx="1"/>
          </p:cNvCxnSpPr>
          <p:nvPr/>
        </p:nvCxnSpPr>
        <p:spPr>
          <a:xfrm flipV="1">
            <a:off x="6993700" y="3405514"/>
            <a:ext cx="3315222" cy="157723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195A1B-3511-326D-F897-09960667CF3E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918564" y="3029730"/>
            <a:ext cx="2947793" cy="95511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FFBEE65-90C7-2209-B3A1-FA4622694B4E}"/>
              </a:ext>
            </a:extLst>
          </p:cNvPr>
          <p:cNvCxnSpPr>
            <a:cxnSpLocks/>
          </p:cNvCxnSpPr>
          <p:nvPr/>
        </p:nvCxnSpPr>
        <p:spPr>
          <a:xfrm flipV="1">
            <a:off x="2936310" y="5833471"/>
            <a:ext cx="2852802" cy="33612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267D0C4-B98E-E629-D600-6CCB2DD56635}"/>
              </a:ext>
            </a:extLst>
          </p:cNvPr>
          <p:cNvCxnSpPr>
            <a:cxnSpLocks/>
          </p:cNvCxnSpPr>
          <p:nvPr/>
        </p:nvCxnSpPr>
        <p:spPr>
          <a:xfrm flipV="1">
            <a:off x="11112500" y="3883068"/>
            <a:ext cx="0" cy="2286525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A1F6A3F-F863-2861-4B06-E4B63FEC7BAB}"/>
              </a:ext>
            </a:extLst>
          </p:cNvPr>
          <p:cNvCxnSpPr>
            <a:cxnSpLocks/>
          </p:cNvCxnSpPr>
          <p:nvPr/>
        </p:nvCxnSpPr>
        <p:spPr>
          <a:xfrm flipV="1">
            <a:off x="10541697" y="3857146"/>
            <a:ext cx="0" cy="1321735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E7A433D-662D-776C-9F27-C096FAF0A7EA}"/>
              </a:ext>
            </a:extLst>
          </p:cNvPr>
          <p:cNvSpPr/>
          <p:nvPr/>
        </p:nvSpPr>
        <p:spPr>
          <a:xfrm>
            <a:off x="9578406" y="5888636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Age Group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681E54F-98A1-8DE4-9C9C-BF19E00DA8C9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8968031" y="4514015"/>
            <a:ext cx="1191791" cy="1374621"/>
          </a:xfrm>
          <a:prstGeom prst="straightConnector1">
            <a:avLst/>
          </a:prstGeom>
          <a:ln w="53975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FBD5F3-4A8E-2844-1AA2-F8181BC68EE2}"/>
              </a:ext>
            </a:extLst>
          </p:cNvPr>
          <p:cNvSpPr txBox="1"/>
          <p:nvPr/>
        </p:nvSpPr>
        <p:spPr>
          <a:xfrm>
            <a:off x="3556000" y="2210325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BF = </a:t>
            </a:r>
          </a:p>
        </p:txBody>
      </p:sp>
    </p:spTree>
    <p:extLst>
      <p:ext uri="{BB962C8B-B14F-4D97-AF65-F5344CB8AC3E}">
        <p14:creationId xmlns:p14="http://schemas.microsoft.com/office/powerpoint/2010/main" val="387549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50BC-356C-7806-E2EC-4EDE58D79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0DECEBF-DF2B-4A07-9552-5DA918872638}"/>
              </a:ext>
            </a:extLst>
          </p:cNvPr>
          <p:cNvCxnSpPr>
            <a:cxnSpLocks/>
          </p:cNvCxnSpPr>
          <p:nvPr/>
        </p:nvCxnSpPr>
        <p:spPr>
          <a:xfrm flipV="1">
            <a:off x="2979369" y="6239220"/>
            <a:ext cx="8085288" cy="10748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E49C6E-1EAF-3C79-C6AF-FCB94CB532A5}"/>
              </a:ext>
            </a:extLst>
          </p:cNvPr>
          <p:cNvCxnSpPr>
            <a:cxnSpLocks/>
          </p:cNvCxnSpPr>
          <p:nvPr/>
        </p:nvCxnSpPr>
        <p:spPr>
          <a:xfrm flipV="1">
            <a:off x="2918564" y="3405514"/>
            <a:ext cx="7390358" cy="579328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F113589-57B3-230A-877D-D5E20126CEB0}"/>
              </a:ext>
            </a:extLst>
          </p:cNvPr>
          <p:cNvSpPr/>
          <p:nvPr/>
        </p:nvSpPr>
        <p:spPr>
          <a:xfrm>
            <a:off x="1127343" y="65761"/>
            <a:ext cx="2129424" cy="21445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DAC9F7-19ED-2407-7908-8E296375FCBA}"/>
              </a:ext>
            </a:extLst>
          </p:cNvPr>
          <p:cNvSpPr/>
          <p:nvPr/>
        </p:nvSpPr>
        <p:spPr>
          <a:xfrm>
            <a:off x="1127343" y="4568867"/>
            <a:ext cx="2129424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93BCFE-1A75-81A6-6865-19B5ED7701F6}"/>
              </a:ext>
            </a:extLst>
          </p:cNvPr>
          <p:cNvSpPr/>
          <p:nvPr/>
        </p:nvSpPr>
        <p:spPr>
          <a:xfrm>
            <a:off x="1127342" y="2322533"/>
            <a:ext cx="2129425" cy="21335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9CB9BC-54A1-AF5A-8CA5-F9AFE01F5B90}"/>
              </a:ext>
            </a:extLst>
          </p:cNvPr>
          <p:cNvSpPr/>
          <p:nvPr/>
        </p:nvSpPr>
        <p:spPr>
          <a:xfrm>
            <a:off x="5379931" y="4150806"/>
            <a:ext cx="2100196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5B3772-92B8-40F7-F69D-FAC03E1735CB}"/>
              </a:ext>
            </a:extLst>
          </p:cNvPr>
          <p:cNvSpPr/>
          <p:nvPr/>
        </p:nvSpPr>
        <p:spPr>
          <a:xfrm>
            <a:off x="5421685" y="1260789"/>
            <a:ext cx="2192053" cy="22233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409D1E-3F0E-C132-BE7C-46C97A6CE88E}"/>
              </a:ext>
            </a:extLst>
          </p:cNvPr>
          <p:cNvSpPr/>
          <p:nvPr/>
        </p:nvSpPr>
        <p:spPr>
          <a:xfrm>
            <a:off x="513564" y="801666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Stress</a:t>
            </a: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FFA30-E7CB-8AEE-FB11-A5BEB80E0EDE}"/>
              </a:ext>
            </a:extLst>
          </p:cNvPr>
          <p:cNvSpPr/>
          <p:nvPr/>
        </p:nvSpPr>
        <p:spPr>
          <a:xfrm>
            <a:off x="513564" y="30297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</a:t>
            </a: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06041-B899-554A-2FD6-D39CF0BC263F}"/>
              </a:ext>
            </a:extLst>
          </p:cNvPr>
          <p:cNvSpPr/>
          <p:nvPr/>
        </p:nvSpPr>
        <p:spPr>
          <a:xfrm>
            <a:off x="271393" y="5392459"/>
            <a:ext cx="1427970" cy="58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Importance</a:t>
            </a: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69F136-1EDC-AF08-4F37-B060CC799B72}"/>
              </a:ext>
            </a:extLst>
          </p:cNvPr>
          <p:cNvSpPr/>
          <p:nvPr/>
        </p:nvSpPr>
        <p:spPr>
          <a:xfrm>
            <a:off x="1791222" y="1316273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EAB3B-F760-2757-99DC-91E17D269BDC}"/>
              </a:ext>
            </a:extLst>
          </p:cNvPr>
          <p:cNvSpPr/>
          <p:nvPr/>
        </p:nvSpPr>
        <p:spPr>
          <a:xfrm>
            <a:off x="1791222" y="2585580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D3DD74-BAF4-A1D8-0661-DBDE9770284C}"/>
              </a:ext>
            </a:extLst>
          </p:cNvPr>
          <p:cNvSpPr/>
          <p:nvPr/>
        </p:nvSpPr>
        <p:spPr>
          <a:xfrm>
            <a:off x="1791222" y="268784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76FE7B-AA00-EB94-1CA4-4C620E7D21DB}"/>
              </a:ext>
            </a:extLst>
          </p:cNvPr>
          <p:cNvSpPr/>
          <p:nvPr/>
        </p:nvSpPr>
        <p:spPr>
          <a:xfrm>
            <a:off x="1791222" y="3609060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3068E-CE1A-B5ED-41E7-70A5E1B44C06}"/>
              </a:ext>
            </a:extLst>
          </p:cNvPr>
          <p:cNvSpPr/>
          <p:nvPr/>
        </p:nvSpPr>
        <p:spPr>
          <a:xfrm>
            <a:off x="5811440" y="791220"/>
            <a:ext cx="1237175" cy="751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Task</a:t>
            </a:r>
          </a:p>
          <a:p>
            <a:pPr algn="ctr"/>
            <a:r>
              <a:rPr lang="en-US"/>
              <a:t>Monitoring</a:t>
            </a:r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3E70E-BC48-75B9-3C40-13BC5F9D33F5}"/>
              </a:ext>
            </a:extLst>
          </p:cNvPr>
          <p:cNvSpPr/>
          <p:nvPr/>
        </p:nvSpPr>
        <p:spPr>
          <a:xfrm>
            <a:off x="5866357" y="37212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Off-loading</a:t>
            </a:r>
            <a:endParaRPr lang="nl-N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DF36CA-A1F5-5CF4-55E2-2ECB23D3F078}"/>
              </a:ext>
            </a:extLst>
          </p:cNvPr>
          <p:cNvSpPr/>
          <p:nvPr/>
        </p:nvSpPr>
        <p:spPr>
          <a:xfrm>
            <a:off x="5866357" y="2653948"/>
            <a:ext cx="1127343" cy="7515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B9F29D-A7B0-1DD7-D4B1-844F084678E7}"/>
              </a:ext>
            </a:extLst>
          </p:cNvPr>
          <p:cNvSpPr/>
          <p:nvPr/>
        </p:nvSpPr>
        <p:spPr>
          <a:xfrm>
            <a:off x="5866358" y="5457690"/>
            <a:ext cx="1127342" cy="7515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E5FAB9-919B-DB18-07F8-8BA8C56D1F87}"/>
              </a:ext>
            </a:extLst>
          </p:cNvPr>
          <p:cNvSpPr/>
          <p:nvPr/>
        </p:nvSpPr>
        <p:spPr>
          <a:xfrm>
            <a:off x="10308922" y="3053219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Intention</a:t>
            </a:r>
          </a:p>
          <a:p>
            <a:pPr algn="ctr"/>
            <a:r>
              <a:rPr lang="en-US"/>
              <a:t>Execution</a:t>
            </a:r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38F28D-84BD-200B-B35C-596D21CE3882}"/>
              </a:ext>
            </a:extLst>
          </p:cNvPr>
          <p:cNvSpPr/>
          <p:nvPr/>
        </p:nvSpPr>
        <p:spPr>
          <a:xfrm>
            <a:off x="5866358" y="4563123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B9960-0997-FD4F-B8BF-370F7A05F941}"/>
              </a:ext>
            </a:extLst>
          </p:cNvPr>
          <p:cNvSpPr/>
          <p:nvPr/>
        </p:nvSpPr>
        <p:spPr>
          <a:xfrm>
            <a:off x="5866358" y="166908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CD3981-F073-1364-A1E4-4E5D45A23D96}"/>
              </a:ext>
            </a:extLst>
          </p:cNvPr>
          <p:cNvSpPr/>
          <p:nvPr/>
        </p:nvSpPr>
        <p:spPr>
          <a:xfrm>
            <a:off x="1808968" y="4815738"/>
            <a:ext cx="1127342" cy="8392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Between</a:t>
            </a:r>
            <a:endParaRPr lang="nl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8812C2-D95C-95C2-730F-D5DB65F27CBA}"/>
              </a:ext>
            </a:extLst>
          </p:cNvPr>
          <p:cNvSpPr/>
          <p:nvPr/>
        </p:nvSpPr>
        <p:spPr>
          <a:xfrm>
            <a:off x="1808968" y="5839218"/>
            <a:ext cx="1127342" cy="7515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Within</a:t>
            </a:r>
            <a:endParaRPr lang="nl-NL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CA0E1EC-245E-F351-BB2E-BA5FACB56F0B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6993700" y="3029730"/>
            <a:ext cx="3315222" cy="37578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CDD0D8-37C3-4E65-DDEF-C70CF903B74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18564" y="1692055"/>
            <a:ext cx="2947794" cy="414141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3FA5691-32A2-84D4-7972-E701BACA3E47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6993700" y="3405514"/>
            <a:ext cx="3315222" cy="2427957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DE8647F-1117-12FD-D965-E10DFB9E4D88}"/>
              </a:ext>
            </a:extLst>
          </p:cNvPr>
          <p:cNvCxnSpPr>
            <a:cxnSpLocks/>
            <a:stCxn id="2" idx="3"/>
            <a:endCxn id="23" idx="1"/>
          </p:cNvCxnSpPr>
          <p:nvPr/>
        </p:nvCxnSpPr>
        <p:spPr>
          <a:xfrm flipV="1">
            <a:off x="6993700" y="3405514"/>
            <a:ext cx="3315222" cy="157723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7B3EE5-D151-D81B-04EA-E389C3198C6F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918564" y="3029730"/>
            <a:ext cx="2947793" cy="95511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E33E8E7-F32B-1B0D-8D17-CB34968168B4}"/>
              </a:ext>
            </a:extLst>
          </p:cNvPr>
          <p:cNvCxnSpPr>
            <a:cxnSpLocks/>
          </p:cNvCxnSpPr>
          <p:nvPr/>
        </p:nvCxnSpPr>
        <p:spPr>
          <a:xfrm flipV="1">
            <a:off x="2936310" y="5833471"/>
            <a:ext cx="2852802" cy="336122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417FFE1-C42B-7C58-4B50-726F0671BE79}"/>
              </a:ext>
            </a:extLst>
          </p:cNvPr>
          <p:cNvCxnSpPr>
            <a:cxnSpLocks/>
          </p:cNvCxnSpPr>
          <p:nvPr/>
        </p:nvCxnSpPr>
        <p:spPr>
          <a:xfrm flipV="1">
            <a:off x="11058254" y="3839482"/>
            <a:ext cx="0" cy="2401448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18C266F4-3076-E58B-6A23-4910A838AEBC}"/>
              </a:ext>
            </a:extLst>
          </p:cNvPr>
          <p:cNvSpPr/>
          <p:nvPr/>
        </p:nvSpPr>
        <p:spPr>
          <a:xfrm>
            <a:off x="9578406" y="5888636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307C7EF-E3C9-4728-0A2F-78043701B32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8968031" y="4514015"/>
            <a:ext cx="1191791" cy="1374621"/>
          </a:xfrm>
          <a:prstGeom prst="straightConnector1">
            <a:avLst/>
          </a:prstGeom>
          <a:ln w="53975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F77A39-1EFF-9C61-10AC-DDA558EA7E53}"/>
              </a:ext>
            </a:extLst>
          </p:cNvPr>
          <p:cNvSpPr txBox="1"/>
          <p:nvPr/>
        </p:nvSpPr>
        <p:spPr>
          <a:xfrm>
            <a:off x="8075979" y="6004846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BF &gt;30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35E4C5-F36E-0527-2B1A-1A3B2A883C89}"/>
              </a:ext>
            </a:extLst>
          </p:cNvPr>
          <p:cNvSpPr txBox="1"/>
          <p:nvPr/>
        </p:nvSpPr>
        <p:spPr>
          <a:xfrm>
            <a:off x="7878524" y="4632572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BF &gt;30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9D70A5-6F78-969C-18BD-B076946453FB}"/>
              </a:ext>
            </a:extLst>
          </p:cNvPr>
          <p:cNvSpPr txBox="1"/>
          <p:nvPr/>
        </p:nvSpPr>
        <p:spPr>
          <a:xfrm>
            <a:off x="7481521" y="3437624"/>
            <a:ext cx="13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BF =2.17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0511B1-8D44-68DF-8D91-930BDF5C5D2C}"/>
              </a:ext>
            </a:extLst>
          </p:cNvPr>
          <p:cNvSpPr txBox="1"/>
          <p:nvPr/>
        </p:nvSpPr>
        <p:spPr>
          <a:xfrm>
            <a:off x="7613738" y="4187223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BF&gt;30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8EABD-C99E-CDC7-6496-6687DFAF18AE}"/>
              </a:ext>
            </a:extLst>
          </p:cNvPr>
          <p:cNvSpPr txBox="1"/>
          <p:nvPr/>
        </p:nvSpPr>
        <p:spPr>
          <a:xfrm>
            <a:off x="9394693" y="5318928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BF &gt;30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61772F-B939-C83D-D7E5-7D98C3A06EC7}"/>
              </a:ext>
            </a:extLst>
          </p:cNvPr>
          <p:cNvSpPr txBox="1"/>
          <p:nvPr/>
        </p:nvSpPr>
        <p:spPr>
          <a:xfrm>
            <a:off x="4144028" y="1081384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BF &gt;30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522C4-6C90-181F-BEA1-C131BE52BA05}"/>
              </a:ext>
            </a:extLst>
          </p:cNvPr>
          <p:cNvSpPr txBox="1"/>
          <p:nvPr/>
        </p:nvSpPr>
        <p:spPr>
          <a:xfrm>
            <a:off x="3377951" y="4484665"/>
            <a:ext cx="13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BF &gt;30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60EACF-2020-5DC7-1232-1ABF5E6154F5}"/>
              </a:ext>
            </a:extLst>
          </p:cNvPr>
          <p:cNvCxnSpPr>
            <a:cxnSpLocks/>
          </p:cNvCxnSpPr>
          <p:nvPr/>
        </p:nvCxnSpPr>
        <p:spPr>
          <a:xfrm>
            <a:off x="2908636" y="684107"/>
            <a:ext cx="2880302" cy="2314713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75C718B-6589-07DF-464A-9BCC4F1321FC}"/>
              </a:ext>
            </a:extLst>
          </p:cNvPr>
          <p:cNvSpPr/>
          <p:nvPr/>
        </p:nvSpPr>
        <p:spPr>
          <a:xfrm>
            <a:off x="4185782" y="264915"/>
            <a:ext cx="1162832" cy="704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80EFD4-A09F-CBBE-C462-6A7D9A34D53F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4348787" y="969504"/>
            <a:ext cx="418411" cy="854556"/>
          </a:xfrm>
          <a:prstGeom prst="straightConnector1">
            <a:avLst/>
          </a:prstGeom>
          <a:ln w="53975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01D39AA-BB72-069C-4595-EC1E00A53736}"/>
              </a:ext>
            </a:extLst>
          </p:cNvPr>
          <p:cNvSpPr txBox="1"/>
          <p:nvPr/>
        </p:nvSpPr>
        <p:spPr>
          <a:xfrm>
            <a:off x="7777970" y="2797979"/>
            <a:ext cx="13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BF =5.88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79DFF0-DDF0-BC4C-1EC8-B9ECC0F1EB45}"/>
              </a:ext>
            </a:extLst>
          </p:cNvPr>
          <p:cNvSpPr txBox="1"/>
          <p:nvPr/>
        </p:nvSpPr>
        <p:spPr>
          <a:xfrm>
            <a:off x="4286686" y="3180074"/>
            <a:ext cx="13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BF &gt;30 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432BB1-EA60-2337-94F3-55BDD3286F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936310" y="3128559"/>
            <a:ext cx="2852628" cy="2106802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83F94D5-9913-31C9-FFA1-D5A251C13E41}"/>
              </a:ext>
            </a:extLst>
          </p:cNvPr>
          <p:cNvSpPr txBox="1"/>
          <p:nvPr/>
        </p:nvSpPr>
        <p:spPr>
          <a:xfrm>
            <a:off x="4066005" y="5762598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BF &gt;30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CD4EED-5B24-F094-5B5E-801678B911A3}"/>
              </a:ext>
            </a:extLst>
          </p:cNvPr>
          <p:cNvSpPr txBox="1"/>
          <p:nvPr/>
        </p:nvSpPr>
        <p:spPr>
          <a:xfrm>
            <a:off x="3250506" y="2444319"/>
            <a:ext cx="13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BF &gt;30</a:t>
            </a:r>
          </a:p>
        </p:txBody>
      </p:sp>
    </p:spTree>
    <p:extLst>
      <p:ext uri="{BB962C8B-B14F-4D97-AF65-F5344CB8AC3E}">
        <p14:creationId xmlns:p14="http://schemas.microsoft.com/office/powerpoint/2010/main" val="263547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Widescreen</PresentationFormat>
  <Paragraphs>131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Tilburg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Pupillo</dc:creator>
  <cp:lastModifiedBy>Francesco Pupillo</cp:lastModifiedBy>
  <cp:revision>1</cp:revision>
  <dcterms:created xsi:type="dcterms:W3CDTF">2025-06-26T12:25:13Z</dcterms:created>
  <dcterms:modified xsi:type="dcterms:W3CDTF">2025-07-22T06:36:18Z</dcterms:modified>
</cp:coreProperties>
</file>